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parking operations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Garage configuration, live occupancy, tickets, payments, and reporting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Parking API + Garage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PostgreSQL-backed REST API · Vue 3 operator UI · Production-oriented security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we solve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Parking operators need accurate spot occupancy and open sessions.</a:t>
            </a:r>
          </a:p>
          <a:p>
            <a:pPr>
              <a:defRPr sz="1800"/>
            </a:pPr>
            <a:r>
              <a:t>They need reliable entry/exit workflows and consistent pricing.</a:t>
            </a:r>
          </a:p>
          <a:p>
            <a:pPr>
              <a:defRPr sz="1800"/>
            </a:pPr>
            <a:r>
              <a:t>They need clear payment handling and revenue visibility.</a:t>
            </a:r>
          </a:p>
          <a:p>
            <a:pPr>
              <a:defRPr sz="1800"/>
            </a:pPr>
            <a:r>
              <a:t>Systems must scale to multiple garages and integrations.</a:t>
            </a:r>
          </a:p>
          <a:p>
            <a:pPr>
              <a:defRPr sz="1800"/>
            </a:pPr>
            <a:r>
              <a:t>This solution delivers an operational backbone (API + data) and a modern web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What you get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43000"/>
          <a:ext cx="8229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59436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Capability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Garages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Capacity, rates (default, day/night, lost ticket), hours, subscriptions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Spots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Per-garage spots; rentable/active; occupancy tied to tickets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Vehicles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Registry (plate, type); supports entry workflows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Entry/exit, states, fees, payment and operational status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Payments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Record payments for closed tickets; currency support (e.g. RSD)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Ticket image upload (client resizes before upload)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Status, garage overview, ticket activity, revenue, per-garage drill-down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Operator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Secure login with JWT; protected routes for operators.</a:t>
            </a:r>
          </a:p>
          <a:p>
            <a:pPr>
              <a:defRPr sz="1800"/>
            </a:pPr>
            <a:r>
              <a:t>Live sync: periodic refresh plus refresh when returning to the browser tab.</a:t>
            </a:r>
          </a:p>
          <a:p>
            <a:pPr>
              <a:defRPr sz="1800"/>
            </a:pPr>
            <a:r>
              <a:t>Garage overview and per-garage detail: spots, open tickets, activity, revenue metrics.</a:t>
            </a:r>
          </a:p>
          <a:p>
            <a:pPr>
              <a:defRPr sz="1800"/>
            </a:pPr>
            <a:r>
              <a:t>New vehicle entry from the UI; ticket detail and payment flows.</a:t>
            </a:r>
          </a:p>
          <a:p>
            <a:pPr>
              <a:defRPr sz="1800"/>
            </a:pPr>
            <a:r>
              <a:t>Bilingual interface: English and Serbian.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Browser: Vue 3 + TypeScript + Vite + Tailwind dashboard.</a:t>
            </a:r>
          </a:p>
          <a:p>
            <a:pPr>
              <a:defRPr sz="1800"/>
            </a:pPr>
            <a:r>
              <a:t>Backend: FastAPI REST API with OpenAPI (Swagger) documentation.</a:t>
            </a:r>
          </a:p>
          <a:p>
            <a:pPr>
              <a:defRPr sz="1800"/>
            </a:pPr>
            <a:r>
              <a:t>Data: PostgreSQL; schema migrations via Alembic.</a:t>
            </a:r>
          </a:p>
          <a:p>
            <a:pPr>
              <a:defRPr sz="1800"/>
            </a:pPr>
            <a:r>
              <a:t>Uploaded ticket images stored on the server and served securely.</a:t>
            </a:r>
          </a:p>
          <a:p>
            <a:pPr>
              <a:defRPr sz="1800"/>
            </a:pPr>
            <a:r>
              <a:t>Health endpoint verifies application and database connectivity.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and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JWT authentication after login; optional API key for tools and integrations.</a:t>
            </a:r>
          </a:p>
          <a:p>
            <a:pPr>
              <a:defRPr sz="1800"/>
            </a:pPr>
            <a:r>
              <a:t>CORS configurable for production web origins.</a:t>
            </a:r>
          </a:p>
          <a:p>
            <a:pPr>
              <a:defRPr sz="1800"/>
            </a:pPr>
            <a:r>
              <a:t>Same API serves the dashboard, future mobile apps, or partner systems.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flexibility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Supports database triggers for fees and payment status, or API-side calculation.</a:t>
            </a:r>
          </a:p>
          <a:p>
            <a:pPr>
              <a:defRPr sz="1800"/>
            </a:pPr>
            <a:r>
              <a:t>Useful for greenfield installs, migrations, or existing PostgreSQL rules.</a:t>
            </a:r>
          </a:p>
          <a:p>
            <a:pPr>
              <a:defRPr sz="1800"/>
            </a:pPr>
            <a:r>
              <a:t>Backend: Uvicorn; configurable host, port, and environment variables.</a:t>
            </a:r>
          </a:p>
          <a:p>
            <a:pPr>
              <a:defRPr sz="1800"/>
            </a:pPr>
            <a:r>
              <a:t>Frontend: static build output deployable to any CDN or reverse proxy.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and maintainability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Integration tests (pytest) against the real API and database.</a:t>
            </a:r>
          </a:p>
          <a:p>
            <a:pPr>
              <a:defRPr sz="1800"/>
            </a:pPr>
            <a:r>
              <a:t>Structured codebase: routers, services, models, and schemas.</a:t>
            </a:r>
          </a:p>
          <a:p>
            <a:pPr>
              <a:defRPr sz="1800"/>
            </a:pPr>
            <a:r>
              <a:t>Consistent API errors and documented endpoints for integrators.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 parking garage operations platform: secure REST API, PostgreSQL, real-time dashboard.</a:t>
            </a:r>
          </a:p>
          <a:p>
            <a:pPr>
              <a:defRPr sz="1800"/>
            </a:pPr>
            <a:r>
              <a:t>Suited to single or multi-garage operations and future integrations.</a:t>
            </a:r>
          </a:p>
          <a:p>
            <a:pPr>
              <a:defRPr sz="1800"/>
            </a:pPr>
            <a:r>
              <a:t>Next: live demo and alignment on pricing rules, garages, and hosting.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