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Parking platform — project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Repository layout: backend (app), frontend (dashboard), database migrations,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Repository (top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APIPostgreSql/</a:t>
            </a:r>
          </a:p>
          <a:p>
            <a:pPr>
              <a:defRPr sz="1400">
                <a:latin typeface="Consolas"/>
              </a:defRPr>
            </a:pPr>
            <a:r>
              <a:t>├── app/                 FastAPI backend (Python package)</a:t>
            </a:r>
          </a:p>
          <a:p>
            <a:pPr>
              <a:defRPr sz="1400">
                <a:latin typeface="Consolas"/>
              </a:defRPr>
            </a:pPr>
            <a:r>
              <a:t>├── dashboard/           Vue 3 + Vite + TypeScript SPA</a:t>
            </a:r>
          </a:p>
          <a:p>
            <a:pPr>
              <a:defRPr sz="1400">
                <a:latin typeface="Consolas"/>
              </a:defRPr>
            </a:pPr>
            <a:r>
              <a:t>├── tests/               Pytest API integration tests</a:t>
            </a:r>
          </a:p>
          <a:p>
            <a:pPr>
              <a:defRPr sz="1400">
                <a:latin typeface="Consolas"/>
              </a:defRPr>
            </a:pPr>
            <a:r>
              <a:t>├── alembic/             SQLAlchemy / Alembic migrations</a:t>
            </a:r>
          </a:p>
          <a:p>
            <a:pPr>
              <a:defRPr sz="1400">
                <a:latin typeface="Consolas"/>
              </a:defRPr>
            </a:pPr>
            <a:r>
              <a:t>├── scripts/             Dev tooling (e.g. presentation generators)</a:t>
            </a:r>
          </a:p>
          <a:p>
            <a:pPr>
              <a:defRPr sz="1400">
                <a:latin typeface="Consolas"/>
              </a:defRPr>
            </a:pPr>
            <a:r>
              <a:t>├── requirements.txt     Python dependencies</a:t>
            </a:r>
          </a:p>
          <a:p>
            <a:pPr>
              <a:defRPr sz="1400">
                <a:latin typeface="Consolas"/>
              </a:defRPr>
            </a:pPr>
            <a:r>
              <a:t>├── README.md            API setup, env vars, run &amp; test commands</a:t>
            </a:r>
          </a:p>
          <a:p>
            <a:pPr>
              <a:defRPr sz="1400">
                <a:latin typeface="Consolas"/>
              </a:defRPr>
            </a:pPr>
            <a:r>
              <a:t>└── (env, Postman docs,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 (runtime)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Browser runs the dashboard (Vue); it calls the REST API over HTTP(S).</a:t>
            </a:r>
          </a:p>
          <a:p>
            <a:pPr>
              <a:defRPr sz="1600"/>
            </a:pPr>
            <a:r>
              <a:t>FastAPI app (app.main) mounts routers, CORS, auth middleware, static /uploads.</a:t>
            </a:r>
          </a:p>
          <a:p>
            <a:pPr>
              <a:defRPr sz="1600"/>
            </a:pPr>
            <a:r>
              <a:t>Routers validate input (Pydantic schemas) and call services for business logic.</a:t>
            </a:r>
          </a:p>
          <a:p>
            <a:pPr>
              <a:defRPr sz="1600"/>
            </a:pPr>
            <a:r>
              <a:t>Services use SQLAlchemy sessions to read/write PostgreSQL.</a:t>
            </a:r>
          </a:p>
          <a:p>
            <a:pPr>
              <a:defRPr sz="1600"/>
            </a:pPr>
            <a:r>
              <a:t>Ticket images: upload endpoint writes files; /uploads serves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Backend package: app/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nsolas"/>
              </a:defRPr>
            </a:pPr>
            <a:r>
              <a:t>app/</a:t>
            </a:r>
          </a:p>
          <a:p>
            <a:pPr>
              <a:defRPr sz="1100">
                <a:latin typeface="Consolas"/>
              </a:defRPr>
            </a:pPr>
            <a:r>
              <a:t>├── main.py              FastAPI app, middleware, route registration, /health</a:t>
            </a:r>
          </a:p>
          <a:p>
            <a:pPr>
              <a:defRPr sz="1100">
                <a:latin typeface="Consolas"/>
              </a:defRPr>
            </a:pPr>
            <a:r>
              <a:t>├── run.py               Uvicorn entry point</a:t>
            </a:r>
          </a:p>
          <a:p>
            <a:pPr>
              <a:defRPr sz="1100">
                <a:latin typeface="Consolas"/>
              </a:defRPr>
            </a:pPr>
            <a:r>
              <a:t>├── config.py            Environment (.env), feature flags, CORS, paths</a:t>
            </a:r>
          </a:p>
          <a:p>
            <a:pPr>
              <a:defRPr sz="1100">
                <a:latin typeface="Consolas"/>
              </a:defRPr>
            </a:pPr>
            <a:r>
              <a:t>├── db.py                Engine, session factory, get_db dependency</a:t>
            </a:r>
          </a:p>
          <a:p>
            <a:pPr>
              <a:defRPr sz="1100">
                <a:latin typeface="Consolas"/>
              </a:defRPr>
            </a:pPr>
            <a:r>
              <a:t>├── models.py            SQLAlchemy ORM models (garages, spots, vehicles, …)</a:t>
            </a:r>
          </a:p>
          <a:p>
            <a:pPr>
              <a:defRPr sz="1100">
                <a:latin typeface="Consolas"/>
              </a:defRPr>
            </a:pPr>
            <a:r>
              <a:t>├── schemas.py           Pydantic request/response models</a:t>
            </a:r>
          </a:p>
          <a:p>
            <a:pPr>
              <a:defRPr sz="1100">
                <a:latin typeface="Consolas"/>
              </a:defRPr>
            </a:pPr>
            <a:r>
              <a:t>├── auth.py              API key middleware (X-API-Key or Bearer JWT)</a:t>
            </a:r>
          </a:p>
          <a:p>
            <a:pPr>
              <a:defRPr sz="1100">
                <a:latin typeface="Consolas"/>
              </a:defRPr>
            </a:pPr>
            <a:r>
              <a:t>├── auth_jwt.py          JWT create/verify, login dependencies</a:t>
            </a:r>
          </a:p>
          <a:p>
            <a:pPr>
              <a:defRPr sz="1100">
                <a:latin typeface="Consolas"/>
              </a:defRPr>
            </a:pPr>
            <a:r>
              <a:t>├── errors.py            Structured API error helper</a:t>
            </a:r>
          </a:p>
          <a:p>
            <a:pPr>
              <a:defRPr sz="1100">
                <a:latin typeface="Consolas"/>
              </a:defRPr>
            </a:pPr>
            <a:r>
              <a:t>├── error_handlers.py    Exception → HTTP responses</a:t>
            </a:r>
          </a:p>
          <a:p>
            <a:pPr>
              <a:defRPr sz="1100">
                <a:latin typeface="Consolas"/>
              </a:defRPr>
            </a:pPr>
            <a:r>
              <a:t>├── routers/             HTTP endpoints per domain (thin handlers)</a:t>
            </a:r>
          </a:p>
          <a:p>
            <a:pPr>
              <a:defRPr sz="1100">
                <a:latin typeface="Consolas"/>
              </a:defRPr>
            </a:pPr>
            <a:r>
              <a:t>├── services/            Business logic (tickets, spots, payments, pricing, …)</a:t>
            </a:r>
          </a:p>
          <a:p>
            <a:pPr>
              <a:defRPr sz="1100">
                <a:latin typeface="Consolas"/>
              </a:defRPr>
            </a:pPr>
            <a:r>
              <a:t>├── sql/                 Ad-hoc SQL snippets (analytics / maintenance)</a:t>
            </a:r>
          </a:p>
          <a:p>
            <a:pPr>
              <a:defRPr sz="1100">
                <a:latin typeface="Consolas"/>
              </a:defRPr>
            </a:pPr>
            <a:r>
              <a:t>└── migrations/          Optional one-off SQL (e.g. image column notes)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app/routers — HTTP surface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39496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Role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 /auth/login → JWT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garages.py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Parking garage CRUD / config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vehicle_types.py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Vehicle type definitions &amp; rates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vehicles.py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Vehicle registry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Entry, exit, listing, ticket lifecycle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payments.py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Payments for tickets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spots.py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Parking spots per garage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Aggregated analytics (fewer round-trips)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upload.py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 image upload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app/services — business logic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7437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Role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 flow, allocation, state/fee coordination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spots.py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Spot listing / updates used by API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payments.py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Payment recording, status updates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pricing.py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Fee / rate calculations when API-driven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dashboard_analytics.py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Counts, revenue sums, outstanding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 token generation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rewrite_ticket_tokens.py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 migration helpers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Frontend: dashboard/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nsolas"/>
              </a:defRPr>
            </a:pPr>
            <a:r>
              <a:t>dashboard/</a:t>
            </a:r>
          </a:p>
          <a:p>
            <a:pPr>
              <a:defRPr sz="1000">
                <a:latin typeface="Consolas"/>
              </a:defRPr>
            </a:pPr>
            <a:r>
              <a:t>├── package.json, vite.config.ts, tailwind config</a:t>
            </a:r>
          </a:p>
          <a:p>
            <a:pPr>
              <a:defRPr sz="1000">
                <a:latin typeface="Consolas"/>
              </a:defRPr>
            </a:pPr>
            <a:r>
              <a:t>├── env.example          VITE_API_URL, optional VITE_API_KEY</a:t>
            </a:r>
          </a:p>
          <a:p>
            <a:pPr>
              <a:defRPr sz="1000">
                <a:latin typeface="Consolas"/>
              </a:defRPr>
            </a:pPr>
            <a:r>
              <a:t>├── src/</a:t>
            </a:r>
          </a:p>
          <a:p>
            <a:pPr>
              <a:defRPr sz="1000">
                <a:latin typeface="Consolas"/>
              </a:defRPr>
            </a:pPr>
            <a:r>
              <a:t>│   ├── main.ts          Bootstrap Vue + router + i18n</a:t>
            </a:r>
          </a:p>
          <a:p>
            <a:pPr>
              <a:defRPr sz="1000">
                <a:latin typeface="Consolas"/>
              </a:defRPr>
            </a:pPr>
            <a:r>
              <a:t>│   ├── App.vue          Shell layout</a:t>
            </a:r>
          </a:p>
          <a:p>
            <a:pPr>
              <a:defRPr sz="1000">
                <a:latin typeface="Consolas"/>
              </a:defRPr>
            </a:pPr>
            <a:r>
              <a:t>│   ├── router/index.ts  /, /login, /garage/:id (auth guard)</a:t>
            </a:r>
          </a:p>
          <a:p>
            <a:pPr>
              <a:defRPr sz="1000">
                <a:latin typeface="Consolas"/>
              </a:defRPr>
            </a:pPr>
            <a:r>
              <a:t>│   ├── i18n.ts, locales/   en.json, sr.json</a:t>
            </a:r>
          </a:p>
          <a:p>
            <a:pPr>
              <a:defRPr sz="1000">
                <a:latin typeface="Consolas"/>
              </a:defRPr>
            </a:pPr>
            <a:r>
              <a:t>│   ├── api/             Typed fetch wrappers (client, auth, tickets, …)</a:t>
            </a:r>
          </a:p>
          <a:p>
            <a:pPr>
              <a:defRPr sz="1000">
                <a:latin typeface="Consolas"/>
              </a:defRPr>
            </a:pPr>
            <a:r>
              <a:t>│   ├── views/           DashboardView, GarageDetailView, LoginView</a:t>
            </a:r>
          </a:p>
          <a:p>
            <a:pPr>
              <a:defRPr sz="1000">
                <a:latin typeface="Consolas"/>
              </a:defRPr>
            </a:pPr>
            <a:r>
              <a:t>│   ├── components/</a:t>
            </a:r>
          </a:p>
          <a:p>
            <a:pPr>
              <a:defRPr sz="1000">
                <a:latin typeface="Consolas"/>
              </a:defRPr>
            </a:pPr>
            <a:r>
              <a:t>│   │   ├── dashboard/   Garage tables, tickets, charts, modals</a:t>
            </a:r>
          </a:p>
          <a:p>
            <a:pPr>
              <a:defRPr sz="1000">
                <a:latin typeface="Consolas"/>
              </a:defRPr>
            </a:pPr>
            <a:r>
              <a:t>│   │   └── ui/          Modal, inputs, toast, pagination, …</a:t>
            </a:r>
          </a:p>
          <a:p>
            <a:pPr>
              <a:defRPr sz="1000">
                <a:latin typeface="Consolas"/>
              </a:defRPr>
            </a:pPr>
            <a:r>
              <a:t>│   ├── composables/     Polling, garage hooks, formatters, toast</a:t>
            </a:r>
          </a:p>
          <a:p>
            <a:pPr>
              <a:defRPr sz="1000">
                <a:latin typeface="Consolas"/>
              </a:defRPr>
            </a:pPr>
            <a:r>
              <a:t>│   ├── services/        Orchestration (e.g. create parking entry)</a:t>
            </a:r>
          </a:p>
          <a:p>
            <a:pPr>
              <a:defRPr sz="1000">
                <a:latin typeface="Consolas"/>
              </a:defRPr>
            </a:pPr>
            <a:r>
              <a:t>│   ├── utils/           Dates, cache, images, barcode helpers</a:t>
            </a:r>
          </a:p>
          <a:p>
            <a:pPr>
              <a:defRPr sz="1000">
                <a:latin typeface="Consolas"/>
              </a:defRPr>
            </a:pPr>
            <a:r>
              <a:t>│   └── constants/       Refresh intervals, shared constants</a:t>
            </a:r>
          </a:p>
          <a:p>
            <a:pPr>
              <a:defRPr sz="1000">
                <a:latin typeface="Consolas"/>
              </a:defRPr>
            </a:pPr>
            <a:r>
              <a:t>└── dist/                Production build output (npm run build)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—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api/client.ts — base URL, credentials, error handling.</a:t>
            </a:r>
          </a:p>
          <a:p>
            <a:pPr>
              <a:defRPr sz="1700"/>
            </a:pPr>
            <a:r>
              <a:t>Domain modules (tickets.ts, garages.ts, …) map to backend routes.</a:t>
            </a:r>
          </a:p>
          <a:p>
            <a:pPr>
              <a:defRPr sz="1700"/>
            </a:pPr>
            <a:r>
              <a:t>Composables poll dashboard analytics and garage endpoints on a timer.</a:t>
            </a:r>
          </a:p>
          <a:p>
            <a:pPr>
              <a:defRPr sz="1700"/>
            </a:pPr>
            <a:r>
              <a:t>Views compose dashboard/* components; modals handle entry, payment, ticket detail.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tests/ and alembic/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tests/</a:t>
            </a:r>
          </a:p>
          <a:p>
            <a:pPr>
              <a:defRPr sz="1200">
                <a:latin typeface="Consolas"/>
              </a:defRPr>
            </a:pPr>
            <a:r>
              <a:t>├── conftest.py          Fixtures, DB session per test (rollback)</a:t>
            </a:r>
          </a:p>
          <a:p>
            <a:pPr>
              <a:defRPr sz="1200">
                <a:latin typeface="Consolas"/>
              </a:defRPr>
            </a:pPr>
            <a:r>
              <a:t>├── test_health.py       /health</a:t>
            </a:r>
          </a:p>
          <a:p>
            <a:pPr>
              <a:defRPr sz="1200">
                <a:latin typeface="Consolas"/>
              </a:defRPr>
            </a:pPr>
            <a:r>
              <a:t>├── test_auth.py         Login / API key behavior</a:t>
            </a:r>
          </a:p>
          <a:p>
            <a:pPr>
              <a:defRPr sz="1200">
                <a:latin typeface="Consolas"/>
              </a:defRPr>
            </a:pPr>
            <a:r>
              <a:t>├── test_garages.py</a:t>
            </a:r>
          </a:p>
          <a:p>
            <a:pPr>
              <a:defRPr sz="1200">
                <a:latin typeface="Consolas"/>
              </a:defRPr>
            </a:pPr>
            <a:r>
              <a:t>├── test_vehicle_types.py</a:t>
            </a:r>
          </a:p>
          <a:p>
            <a:pPr>
              <a:defRPr sz="1200">
                <a:latin typeface="Consolas"/>
              </a:defRPr>
            </a:pPr>
            <a:r>
              <a:t>├── test_vehicles.py</a:t>
            </a:r>
          </a:p>
          <a:p>
            <a:pPr>
              <a:defRPr sz="1200">
                <a:latin typeface="Consolas"/>
              </a:defRPr>
            </a:pPr>
            <a:r>
              <a:t>├── test_spots.py</a:t>
            </a:r>
          </a:p>
          <a:p>
            <a:pPr>
              <a:defRPr sz="1200">
                <a:latin typeface="Consolas"/>
              </a:defRPr>
            </a:pPr>
            <a:r>
              <a:t>├── test_tickets_flow.py</a:t>
            </a:r>
          </a:p>
          <a:p>
            <a:pPr>
              <a:defRPr sz="1200">
                <a:latin typeface="Consolas"/>
              </a:defRPr>
            </a:pPr>
            <a:r>
              <a:t>└── test_payments.py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alembic/</a:t>
            </a:r>
          </a:p>
          <a:p>
            <a:pPr>
              <a:defRPr sz="1200">
                <a:latin typeface="Consolas"/>
              </a:defRPr>
            </a:pPr>
            <a:r>
              <a:t>├── env.py               Migration environment (DB URL / models)</a:t>
            </a:r>
          </a:p>
          <a:p>
            <a:pPr>
              <a:defRPr sz="1200">
                <a:latin typeface="Consolas"/>
              </a:defRPr>
            </a:pPr>
            <a:r>
              <a:t>├── versions/            Revision scripts (schema history)</a:t>
            </a:r>
          </a:p>
          <a:p>
            <a:pPr>
              <a:defRPr sz="1200">
                <a:latin typeface="Consolas"/>
              </a:defRPr>
            </a:pPr>
            <a:r>
              <a:t>└── script.py.mako       Template for new revisions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Clear split: app = API + domain logic; dashboard = operator UI.</a:t>
            </a:r>
          </a:p>
          <a:p>
            <a:pPr>
              <a:defRPr sz="1700"/>
            </a:pPr>
            <a:r>
              <a:t>Routers stay thin; services hold rules; models/schemas define contracts.</a:t>
            </a:r>
          </a:p>
          <a:p>
            <a:pPr>
              <a:defRPr sz="1700"/>
            </a:pPr>
            <a:r>
              <a:t>Alembic versions database schema; tests lock in API behavior.</a:t>
            </a:r>
          </a:p>
          <a:p>
            <a:pPr>
              <a:defRPr sz="1700"/>
            </a:pPr>
            <a:r>
              <a:t>Regenerate after major moves: python scripts/build_structure_presentation.py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